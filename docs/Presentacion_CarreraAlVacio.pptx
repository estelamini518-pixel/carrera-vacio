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AL VACÍO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espaciales con terror de supervivencia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videojuego · Presentación del jueves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+ terror de supervivencia + espacio. Terror suave, sin gore.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de 12 a 16 años.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 hace diferente?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 contra un rival mientras algo en la oscuridad persigue a los últimos lugares.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personajes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carrera interestelar cruza la "Zona Muda", donde desaparecen las naves. Quien se retrasa es alcanzado por una entidad en la oscuridad. Para ganar hay que llegar a la meta y descubrir qué se esconde ahí.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protagonista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23774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92608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la nave, guía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92608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misterioso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3774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Sombra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92608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Antagonista que persigue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Acciones, vestimenta y objetos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 de energía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EMP (aturde a La Sombra)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Linterna de plasma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Vestimenta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 espacial con casco luminoso.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superado desbloquea mejoras visuales y de resistencia.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especiales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Cápsulas de combustible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Baterías de luz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estelar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cuántica (carrera final)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niveles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430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143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 manejo y turbo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6479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647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Asteroides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6479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Esquivar rocas y recoger combustible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8658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3865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Nebulosa Roja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3865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visibilidad, primer aviso de La Sombra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083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0837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Fantasma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0083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 y trampas dentro de una nave abandonada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3016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63016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Muda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6301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final contra Kael con La Sombra detrás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creación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Concepción de la idea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417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assets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71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283464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88920" y="2971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971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juega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o WASD: mover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turbo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pulso EMP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continuar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151C36"/>
          </a:solidFill>
          <a:ln w="12700">
            <a:solidFill>
              <a:srgbClr val="151C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a la meta de cada nivel antes de que La Sombra te alcance. En la Zona Muda, llega antes que Kael.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2026-09-23T21:30:01Z</dcterms:created>
  <dcterms:modified xsi:type="dcterms:W3CDTF">2026-09-23T21:30:01Z</dcterms:modified>
</cp:coreProperties>
</file>